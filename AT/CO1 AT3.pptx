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Topics:</a:t>
            </a:r>
          </a:p>
          <a:p>
            <a:r>
              <a:rPr dirty="0"/>
              <a:t>1. Decision Tree Learning</a:t>
            </a:r>
          </a:p>
          <a:p>
            <a:r>
              <a:rPr dirty="0"/>
              <a:t>2. Version Spaces &amp; Candidate Elimination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F61C2C-541F-41B1-7497-DD629BFC0D13}"/>
              </a:ext>
            </a:extLst>
          </p:cNvPr>
          <p:cNvSpPr txBox="1"/>
          <p:nvPr/>
        </p:nvSpPr>
        <p:spPr>
          <a:xfrm>
            <a:off x="7040880" y="6038165"/>
            <a:ext cx="23682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Y.S.Anil</a:t>
            </a:r>
            <a:r>
              <a:rPr lang="en-IN" dirty="0"/>
              <a:t> Prasad </a:t>
            </a:r>
          </a:p>
          <a:p>
            <a:r>
              <a:rPr lang="en-IN" dirty="0"/>
              <a:t>192312034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Tree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Supervised learning</a:t>
            </a:r>
          </a:p>
          <a:p>
            <a:pPr marL="0" indent="0">
              <a:buNone/>
              <a:defRPr sz="2200"/>
            </a:pPr>
            <a:r>
              <a:rPr dirty="0"/>
              <a:t>• Tree with root, branches and leaf nodes</a:t>
            </a:r>
          </a:p>
          <a:p>
            <a:pPr marL="0" indent="0">
              <a:buNone/>
              <a:defRPr sz="2200"/>
            </a:pPr>
            <a:r>
              <a:rPr dirty="0"/>
              <a:t>• Used for classification</a:t>
            </a:r>
          </a:p>
          <a:p>
            <a:pPr marL="0" indent="0">
              <a:buNone/>
              <a:defRPr sz="2200"/>
            </a:pPr>
            <a:r>
              <a:rPr dirty="0"/>
              <a:t>• Easy to interpret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Entropy &amp; Information Gain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Entropy measures impurity</a:t>
            </a:r>
          </a:p>
          <a:p>
            <a:pPr>
              <a:defRPr sz="2200"/>
            </a:pPr>
            <a:r>
              <a:t>• Information Gain chooses best attribute</a:t>
            </a:r>
          </a:p>
          <a:p>
            <a:pPr>
              <a:defRPr sz="2200"/>
            </a:pPr>
            <a:r>
              <a:t>• Pruning reduces overfitting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Medical diagnosis</a:t>
            </a:r>
          </a:p>
          <a:p>
            <a:pPr marL="0" indent="0">
              <a:buNone/>
              <a:defRPr sz="2200"/>
            </a:pPr>
            <a:r>
              <a:rPr dirty="0"/>
              <a:t>• Spam filtering</a:t>
            </a:r>
          </a:p>
          <a:p>
            <a:pPr marL="0" indent="0">
              <a:buNone/>
              <a:defRPr sz="2200"/>
            </a:pPr>
            <a:r>
              <a:rPr dirty="0"/>
              <a:t>• Loan approval</a:t>
            </a:r>
          </a:p>
          <a:p>
            <a:pPr>
              <a:defRPr sz="2200"/>
            </a:pPr>
            <a:r>
              <a:rPr dirty="0"/>
              <a:t>Advantages: Simple, Fast</a:t>
            </a:r>
          </a:p>
          <a:p>
            <a:pPr>
              <a:defRPr sz="2200"/>
            </a:pPr>
            <a:r>
              <a:rPr dirty="0"/>
              <a:t>Limitations: Overfitting, Noise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Version Spaces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All hypotheses consistent with training data</a:t>
            </a:r>
          </a:p>
          <a:p>
            <a:pPr marL="0" indent="0">
              <a:buNone/>
              <a:defRPr sz="2200"/>
            </a:pPr>
            <a:r>
              <a:rPr dirty="0"/>
              <a:t>• Candidate Elimination updates hypothesis space</a:t>
            </a:r>
          </a:p>
          <a:p>
            <a:pPr marL="0" indent="0">
              <a:buNone/>
              <a:defRPr sz="2200"/>
            </a:pPr>
            <a:r>
              <a:rPr dirty="0"/>
              <a:t>• S = Specific boundary</a:t>
            </a:r>
          </a:p>
          <a:p>
            <a:pPr marL="0" indent="0">
              <a:buNone/>
              <a:defRPr sz="2200"/>
            </a:pPr>
            <a:r>
              <a:rPr dirty="0"/>
              <a:t>• G = General boundary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Candidate Elimination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Positive example:</a:t>
            </a:r>
          </a:p>
          <a:p>
            <a:pPr marL="0" indent="0">
              <a:buNone/>
              <a:defRPr sz="2200"/>
            </a:pPr>
            <a:r>
              <a:rPr dirty="0"/>
              <a:t>• Generalize S</a:t>
            </a:r>
          </a:p>
          <a:p>
            <a:pPr marL="0" indent="0">
              <a:buNone/>
              <a:defRPr sz="2200"/>
            </a:pPr>
            <a:r>
              <a:rPr dirty="0"/>
              <a:t>• Remove inconsistent G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Negative example:</a:t>
            </a:r>
          </a:p>
          <a:p>
            <a:pPr marL="0" indent="0">
              <a:buNone/>
              <a:defRPr sz="2200"/>
            </a:pPr>
            <a:r>
              <a:rPr dirty="0"/>
              <a:t>• Specialize G</a:t>
            </a:r>
          </a:p>
          <a:p>
            <a:pPr marL="0" indent="0">
              <a:buNone/>
              <a:defRPr sz="2200"/>
            </a:pPr>
            <a:r>
              <a:rPr dirty="0"/>
              <a:t>• Remove inconsistent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• Decision Trees classify data effectively.</a:t>
            </a:r>
          </a:p>
          <a:p>
            <a:pPr marL="0" indent="0">
              <a:buNone/>
              <a:defRPr sz="2200"/>
            </a:pPr>
            <a:r>
              <a:rPr dirty="0"/>
              <a:t>• Candidate Elimination refines hypotheses.</a:t>
            </a:r>
          </a:p>
          <a:p>
            <a:pPr marL="0" indent="0">
              <a:buNone/>
              <a:defRPr sz="2200"/>
            </a:pPr>
            <a:r>
              <a:rPr dirty="0"/>
              <a:t>• Both are important ML algorithms.</a:t>
            </a:r>
          </a:p>
          <a:p>
            <a:pPr>
              <a:defRPr sz="2200"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153</Words>
  <Application>Microsoft Office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Machine Learning Presentation</vt:lpstr>
      <vt:lpstr>Decision Tree Learning</vt:lpstr>
      <vt:lpstr>Entropy &amp; Information Gain</vt:lpstr>
      <vt:lpstr>Applications</vt:lpstr>
      <vt:lpstr>Version Spaces</vt:lpstr>
      <vt:lpstr>Candidate Elimination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Anil Prasad</dc:creator>
  <cp:keywords/>
  <dc:description>generated using python-pptx</dc:description>
  <cp:lastModifiedBy>Anil Prasad</cp:lastModifiedBy>
  <cp:revision>2</cp:revision>
  <dcterms:created xsi:type="dcterms:W3CDTF">2013-01-27T09:14:16Z</dcterms:created>
  <dcterms:modified xsi:type="dcterms:W3CDTF">2026-07-29T05:41:12Z</dcterms:modified>
  <cp:category/>
</cp:coreProperties>
</file>